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3" r:id="rId1"/>
  </p:sldMasterIdLst>
  <p:notesMasterIdLst>
    <p:notesMasterId r:id="rId18"/>
  </p:notesMasterIdLst>
  <p:handoutMasterIdLst>
    <p:handoutMasterId r:id="rId19"/>
  </p:handoutMasterIdLst>
  <p:sldIdLst>
    <p:sldId id="256" r:id="rId2"/>
    <p:sldId id="265" r:id="rId3"/>
    <p:sldId id="281" r:id="rId4"/>
    <p:sldId id="282" r:id="rId5"/>
    <p:sldId id="289" r:id="rId6"/>
    <p:sldId id="290" r:id="rId7"/>
    <p:sldId id="285" r:id="rId8"/>
    <p:sldId id="291" r:id="rId9"/>
    <p:sldId id="292" r:id="rId10"/>
    <p:sldId id="293" r:id="rId11"/>
    <p:sldId id="294" r:id="rId12"/>
    <p:sldId id="295" r:id="rId13"/>
    <p:sldId id="279" r:id="rId14"/>
    <p:sldId id="287" r:id="rId15"/>
    <p:sldId id="284" r:id="rId16"/>
    <p:sldId id="283" r:id="rId17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CCFFCC"/>
    <a:srgbClr val="FFCCCC"/>
    <a:srgbClr val="FFFF99"/>
    <a:srgbClr val="9999FF"/>
    <a:srgbClr val="CCECFF"/>
    <a:srgbClr val="FF8080"/>
    <a:srgbClr val="FF9966"/>
    <a:srgbClr val="FF505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222" autoAdjust="0"/>
    <p:restoredTop sz="89520" autoAdjust="0"/>
  </p:normalViewPr>
  <p:slideViewPr>
    <p:cSldViewPr snapToGrid="0">
      <p:cViewPr varScale="1">
        <p:scale>
          <a:sx n="111" d="100"/>
          <a:sy n="111" d="100"/>
        </p:scale>
        <p:origin x="1236" y="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19278"/>
    </p:cViewPr>
  </p:sorterViewPr>
  <p:notesViewPr>
    <p:cSldViewPr snapToGrid="0">
      <p:cViewPr varScale="1">
        <p:scale>
          <a:sx n="61" d="100"/>
          <a:sy n="61" d="100"/>
        </p:scale>
        <p:origin x="-1698" y="-54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0" tIns="49519" rIns="99040" bIns="49519" numCol="1" anchor="t" anchorCtr="0" compatLnSpc="1">
            <a:prstTxWarp prst="textNoShape">
              <a:avLst/>
            </a:prstTxWarp>
          </a:bodyPr>
          <a:lstStyle>
            <a:lvl1pPr defTabSz="990600">
              <a:defRPr sz="13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0" tIns="49519" rIns="99040" bIns="49519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29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0" tIns="49519" rIns="99040" bIns="49519" numCol="1" anchor="b" anchorCtr="0" compatLnSpc="1">
            <a:prstTxWarp prst="textNoShape">
              <a:avLst/>
            </a:prstTxWarp>
          </a:bodyPr>
          <a:lstStyle>
            <a:lvl1pPr defTabSz="990600">
              <a:defRPr sz="13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29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0" tIns="49519" rIns="99040" bIns="49519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 smtClean="0"/>
            </a:lvl1pPr>
          </a:lstStyle>
          <a:p>
            <a:pPr>
              <a:defRPr/>
            </a:pPr>
            <a:fld id="{8CEEE189-7D9F-481B-AAA6-F5BD4E716A5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65448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0" tIns="49519" rIns="99040" bIns="49519" numCol="1" anchor="t" anchorCtr="0" compatLnSpc="1">
            <a:prstTxWarp prst="textNoShape">
              <a:avLst/>
            </a:prstTxWarp>
          </a:bodyPr>
          <a:lstStyle>
            <a:lvl1pPr defTabSz="990600">
              <a:defRPr sz="13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0" tIns="49519" rIns="99040" bIns="49519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4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65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59338"/>
            <a:ext cx="5207000" cy="460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0" tIns="49519" rIns="99040" bIns="495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0" tIns="49519" rIns="99040" bIns="49519" numCol="1" anchor="b" anchorCtr="0" compatLnSpc="1">
            <a:prstTxWarp prst="textNoShape">
              <a:avLst/>
            </a:prstTxWarp>
          </a:bodyPr>
          <a:lstStyle>
            <a:lvl1pPr defTabSz="990600">
              <a:defRPr sz="13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0" tIns="49519" rIns="99040" bIns="49519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 smtClean="0"/>
            </a:lvl1pPr>
          </a:lstStyle>
          <a:p>
            <a:pPr>
              <a:defRPr/>
            </a:pPr>
            <a:fld id="{9E42D9FE-E54B-4BB8-9982-7105E2E6B12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83218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910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 noProof="0"/>
              <a:t>Cliquez pour modifier le style du titre du masque</a:t>
            </a:r>
          </a:p>
        </p:txBody>
      </p:sp>
      <p:sp>
        <p:nvSpPr>
          <p:cNvPr id="8910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fr-FR" noProof="0"/>
              <a:t>Cliquez pour modifier le style des sous-titres du masque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F599B20A-04E8-4DF7-9C84-9503706A91A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195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ECDCB5-FEA6-42E0-9A9C-25552BE07AF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7993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273845-6EFC-41B9-AE25-E8D60263478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6795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0" y="1676400"/>
            <a:ext cx="44958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4958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6C52DC-4AC8-42D2-8770-69BDC529019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8275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F0228D-9866-4CC2-BFB4-F9E83EB29CA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02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Rectangle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EC67BD-F2AD-4F4D-A46F-F4DB120068E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0356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B6DE66-6CCE-4190-B068-0A488435EBE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525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35E676-A388-4870-924C-93F5E9FB58D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377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174821-FC0B-4EFE-ABC1-6F562A75A7F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2691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7CB289-4CA0-479A-9D24-F0EF50CC254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8728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858000" y="152400"/>
            <a:ext cx="2286000" cy="6705600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0" y="152400"/>
            <a:ext cx="6705600" cy="67056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D8BDB7-0856-481B-882C-FFFCD328329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34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688975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fr-FR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68897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fr-FR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1125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fr-FR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1125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fr-FR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3822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fr-FR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58102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fr-FR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3716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fr-FR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152400"/>
            <a:ext cx="77930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 style du titre du masque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676400"/>
            <a:ext cx="91440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8079" name="Rectangle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16ECD422-EFEA-4FA5-B29F-0C9696AEEE5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folHlink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folHlink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folHlink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folHlink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folHlink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folHlink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folHlink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folHlink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folHlink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expleFicheNotationGroupe.pdf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lang="fr-FR" dirty="0">
                <a:latin typeface="Comic Sans MS" pitchFamily="66" charset="0"/>
              </a:rPr>
              <a:t>SAE S101-S102</a:t>
            </a:r>
            <a:endParaRPr lang="fr-FR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24200" y="3679714"/>
            <a:ext cx="5791200" cy="609600"/>
          </a:xfrm>
        </p:spPr>
        <p:txBody>
          <a:bodyPr/>
          <a:lstStyle/>
          <a:p>
            <a:pPr eaLnBrk="1" hangingPunct="1"/>
            <a:r>
              <a:rPr lang="fr-FR" dirty="0">
                <a:solidFill>
                  <a:schemeClr val="tx2"/>
                </a:solidFill>
                <a:latin typeface="Comic Sans MS" pitchFamily="66" charset="0"/>
              </a:rPr>
              <a:t>Présentation générale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49"/>
          <a:stretch/>
        </p:blipFill>
        <p:spPr>
          <a:xfrm>
            <a:off x="6029010" y="-93782"/>
            <a:ext cx="3164479" cy="12588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3E1838-CEB5-4C0D-843D-4E397DFCB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59A608-BF6A-49D2-A701-05A627AB0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L'objectif de ce projet est de créer un quiz avec pour thématique </a:t>
            </a:r>
            <a:r>
              <a:rPr lang="fr-FR" b="1" dirty="0"/>
              <a:t>la géographie</a:t>
            </a:r>
          </a:p>
          <a:p>
            <a:endParaRPr lang="fr-FR" dirty="0"/>
          </a:p>
          <a:p>
            <a:r>
              <a:rPr lang="fr-FR" dirty="0"/>
              <a:t>But pédagogique : apprendre en s'amusant</a:t>
            </a:r>
          </a:p>
          <a:p>
            <a:endParaRPr lang="fr-FR" dirty="0"/>
          </a:p>
          <a:p>
            <a:r>
              <a:rPr lang="fr-FR" dirty="0"/>
              <a:t>Proposer</a:t>
            </a:r>
          </a:p>
          <a:p>
            <a:pPr lvl="1"/>
            <a:r>
              <a:rPr lang="fr-FR" dirty="0"/>
              <a:t>différents types de questions</a:t>
            </a:r>
          </a:p>
          <a:p>
            <a:pPr lvl="1"/>
            <a:r>
              <a:rPr lang="fr-FR" dirty="0"/>
              <a:t>différentes façon de répondre</a:t>
            </a:r>
          </a:p>
          <a:p>
            <a:pPr lvl="1"/>
            <a:r>
              <a:rPr lang="fr-FR" dirty="0"/>
              <a:t>différents modes de jeu</a:t>
            </a:r>
          </a:p>
          <a:p>
            <a:pPr lvl="1"/>
            <a:r>
              <a:rPr lang="fr-FR" dirty="0"/>
              <a:t>…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70774CF-C028-475D-9C15-B04CE0EFA5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ECDCB5-FEA6-42E0-9A9C-25552BE07AFE}" type="slidenum">
              <a:rPr lang="fr-FR" smtClean="0"/>
              <a:pPr>
                <a:defRPr/>
              </a:pPr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8437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A10A18-08F2-4C59-9C92-0D3ED0D11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Quelle carte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385A55-8B9F-4794-9FAE-60578F43B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76400"/>
            <a:ext cx="9144000" cy="5181600"/>
          </a:xfrm>
        </p:spPr>
        <p:txBody>
          <a:bodyPr/>
          <a:lstStyle/>
          <a:p>
            <a:r>
              <a:rPr lang="fr-FR" dirty="0"/>
              <a:t>On utilisera la carte de France métropolitaine </a:t>
            </a:r>
            <a:r>
              <a:rPr lang="fr-FR" sz="2400" i="1" dirty="0"/>
              <a:t>(dans un premier temps)</a:t>
            </a:r>
          </a:p>
          <a:p>
            <a:r>
              <a:rPr lang="fr-FR" sz="2400" dirty="0"/>
              <a:t>Carte fournie (format SVG)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F7628D5-2981-4B29-83BF-640E7CAC28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ECDCB5-FEA6-42E0-9A9C-25552BE07AFE}" type="slidenum">
              <a:rPr lang="fr-FR" smtClean="0"/>
              <a:pPr>
                <a:defRPr/>
              </a:pPr>
              <a:t>3</a:t>
            </a:fld>
            <a:endParaRPr lang="fr-F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DA0C31D-7589-4885-A7B5-EE485E665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366305"/>
            <a:ext cx="3941526" cy="4339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2145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F37ECD-49E1-43BD-9AB3-D4E4D8BF9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Modes attendus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E92781-1958-4511-96D0-8CF54E905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Apprentissage</a:t>
            </a:r>
          </a:p>
          <a:p>
            <a:pPr lvl="1"/>
            <a:r>
              <a:rPr lang="fr-FR" dirty="0"/>
              <a:t>Trouvez la meilleure façon de parcourir la carte pour prendre connaissance des informations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F228ECE-A6B9-4592-A184-03C3EAF611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ECDCB5-FEA6-42E0-9A9C-25552BE07AFE}" type="slidenum">
              <a:rPr lang="fr-FR" smtClean="0"/>
              <a:pPr>
                <a:defRPr/>
              </a:pPr>
              <a:t>4</a:t>
            </a:fld>
            <a:endParaRPr lang="fr-FR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C4B98F8-8E95-4B49-9F86-9520570ED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715" y="3071202"/>
            <a:ext cx="5194570" cy="370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456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49D34D-B8AF-40CF-BB9F-7B216EB90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Modes attendus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FBC5F4-4D03-4547-8338-6E7E11FB7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Questions</a:t>
            </a:r>
          </a:p>
          <a:p>
            <a:pPr lvl="1"/>
            <a:r>
              <a:rPr lang="fr-FR" dirty="0"/>
              <a:t>Questions simples : Où est …</a:t>
            </a:r>
          </a:p>
          <a:p>
            <a:pPr lvl="2"/>
            <a:r>
              <a:rPr lang="fr-FR" dirty="0"/>
              <a:t>Cliquez sur le département du Finistère ?</a:t>
            </a:r>
          </a:p>
          <a:p>
            <a:pPr lvl="2"/>
            <a:r>
              <a:rPr lang="fr-FR" dirty="0"/>
              <a:t>Où est la ville de Lyon ?</a:t>
            </a:r>
          </a:p>
          <a:p>
            <a:pPr lvl="2"/>
            <a:endParaRPr lang="fr-FR" dirty="0"/>
          </a:p>
          <a:p>
            <a:pPr lvl="2"/>
            <a:r>
              <a:rPr lang="fr-FR" dirty="0"/>
              <a:t>Proposez</a:t>
            </a:r>
          </a:p>
          <a:p>
            <a:pPr lvl="3"/>
            <a:r>
              <a:rPr lang="fr-FR" dirty="0"/>
              <a:t>calcul de score</a:t>
            </a:r>
          </a:p>
          <a:p>
            <a:pPr lvl="3"/>
            <a:r>
              <a:rPr lang="fr-FR" dirty="0"/>
              <a:t>vérif de la réponse</a:t>
            </a:r>
          </a:p>
          <a:p>
            <a:pPr lvl="3"/>
            <a:endParaRPr lang="fr-FR" dirty="0"/>
          </a:p>
          <a:p>
            <a:pPr lvl="2"/>
            <a:r>
              <a:rPr lang="fr-FR" dirty="0"/>
              <a:t>Questions automatiques</a:t>
            </a:r>
            <a:br>
              <a:rPr lang="fr-FR" dirty="0"/>
            </a:br>
            <a:r>
              <a:rPr lang="fr-FR" dirty="0"/>
              <a:t>(générées aléatoirement)</a:t>
            </a:r>
          </a:p>
          <a:p>
            <a:pPr lvl="2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A48D710-D53A-42A4-82E9-4CC3C194F7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ECDCB5-FEA6-42E0-9A9C-25552BE07AFE}" type="slidenum">
              <a:rPr lang="fr-FR" smtClean="0"/>
              <a:pPr>
                <a:defRPr/>
              </a:pPr>
              <a:t>5</a:t>
            </a:fld>
            <a:endParaRPr lang="fr-FR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BBF50D0-11CD-41A6-B08E-DEC7E6778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8511" y="3203457"/>
            <a:ext cx="4805464" cy="3424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2389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49D34D-B8AF-40CF-BB9F-7B216EB90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Modes attendus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FBC5F4-4D03-4547-8338-6E7E11FB7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Questions</a:t>
            </a:r>
          </a:p>
          <a:p>
            <a:pPr lvl="1"/>
            <a:r>
              <a:rPr lang="fr-FR" dirty="0"/>
              <a:t>Questions images : Où trouve-t-on …</a:t>
            </a:r>
          </a:p>
          <a:p>
            <a:pPr lvl="2"/>
            <a:r>
              <a:rPr lang="fr-FR" dirty="0"/>
              <a:t>Dans quelle ville trouve-t-on ce monument ?</a:t>
            </a:r>
          </a:p>
          <a:p>
            <a:pPr lvl="2"/>
            <a:r>
              <a:rPr lang="fr-FR" dirty="0"/>
              <a:t>Dans quel département voit-on ce paysage ?</a:t>
            </a:r>
          </a:p>
          <a:p>
            <a:pPr lvl="2"/>
            <a:endParaRPr lang="fr-FR" dirty="0"/>
          </a:p>
          <a:p>
            <a:pPr lvl="2"/>
            <a:r>
              <a:rPr lang="fr-FR" dirty="0"/>
              <a:t>On peut trouver plusieurs types d'images</a:t>
            </a:r>
            <a:br>
              <a:rPr lang="fr-FR" dirty="0"/>
            </a:br>
            <a:r>
              <a:rPr lang="fr-FR" dirty="0"/>
              <a:t>monuments, paysages typiques, …</a:t>
            </a:r>
            <a:br>
              <a:rPr lang="fr-FR" dirty="0"/>
            </a:br>
            <a:r>
              <a:rPr lang="fr-FR" i="1" dirty="0"/>
              <a:t>N'hésitez pas à être force de proposition</a:t>
            </a:r>
          </a:p>
          <a:p>
            <a:pPr lvl="2"/>
            <a:endParaRPr lang="fr-FR" dirty="0"/>
          </a:p>
          <a:p>
            <a:pPr lvl="2"/>
            <a:r>
              <a:rPr lang="fr-FR" dirty="0"/>
              <a:t>Questions automatiques (générées aléatoirement)</a:t>
            </a:r>
          </a:p>
          <a:p>
            <a:pPr lvl="2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A48D710-D53A-42A4-82E9-4CC3C194F7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ECDCB5-FEA6-42E0-9A9C-25552BE07AFE}" type="slidenum">
              <a:rPr lang="fr-FR" smtClean="0"/>
              <a:pPr>
                <a:defRPr/>
              </a:pPr>
              <a:t>6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4EB2EF0-DA62-4605-8B9E-74F9FF376F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297" y="2675105"/>
            <a:ext cx="2049044" cy="12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010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49D34D-B8AF-40CF-BB9F-7B216EB90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Modes attendus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FBC5F4-4D03-4547-8338-6E7E11FB7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Questions</a:t>
            </a:r>
          </a:p>
          <a:p>
            <a:pPr lvl="1"/>
            <a:r>
              <a:rPr lang="fr-FR" dirty="0"/>
              <a:t>Questions multiples : Placer plusieurs villes ou départements</a:t>
            </a:r>
          </a:p>
          <a:p>
            <a:pPr lvl="2"/>
            <a:endParaRPr lang="fr-FR" dirty="0"/>
          </a:p>
          <a:p>
            <a:pPr lvl="2"/>
            <a:r>
              <a:rPr lang="fr-FR" dirty="0"/>
              <a:t>Quel est le mode de réponse le plus approprié</a:t>
            </a:r>
          </a:p>
          <a:p>
            <a:pPr lvl="3"/>
            <a:r>
              <a:rPr lang="fr-FR" dirty="0"/>
              <a:t>répondre une à une aux questions,</a:t>
            </a:r>
          </a:p>
          <a:p>
            <a:pPr lvl="3"/>
            <a:r>
              <a:rPr lang="fr-FR" dirty="0"/>
              <a:t>déplacer des étiquettes contenant les propositions,</a:t>
            </a:r>
          </a:p>
          <a:p>
            <a:pPr lvl="3"/>
            <a:r>
              <a:rPr lang="fr-FR" dirty="0"/>
              <a:t>…</a:t>
            </a:r>
          </a:p>
          <a:p>
            <a:pPr lvl="2"/>
            <a:endParaRPr lang="fr-FR" dirty="0"/>
          </a:p>
          <a:p>
            <a:pPr lvl="2"/>
            <a:r>
              <a:rPr lang="fr-FR" dirty="0"/>
              <a:t>Questions automatiques</a:t>
            </a:r>
          </a:p>
          <a:p>
            <a:pPr lvl="2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A48D710-D53A-42A4-82E9-4CC3C194F7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ECDCB5-FEA6-42E0-9A9C-25552BE07AFE}" type="slidenum">
              <a:rPr lang="fr-FR" smtClean="0"/>
              <a:pPr>
                <a:defRPr/>
              </a:pPr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725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49D34D-B8AF-40CF-BB9F-7B216EB90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Modes attendus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FBC5F4-4D03-4547-8338-6E7E11FB7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Questions</a:t>
            </a:r>
          </a:p>
          <a:p>
            <a:pPr lvl="1"/>
            <a:r>
              <a:rPr lang="fr-FR" dirty="0"/>
              <a:t>Puzzle : Replacer 1 ou plusieurs départements sur la carte</a:t>
            </a:r>
          </a:p>
          <a:p>
            <a:pPr lvl="2"/>
            <a:endParaRPr lang="fr-FR" dirty="0"/>
          </a:p>
          <a:p>
            <a:pPr lvl="2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A48D710-D53A-42A4-82E9-4CC3C194F7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ECDCB5-FEA6-42E0-9A9C-25552BE07AFE}" type="slidenum">
              <a:rPr lang="fr-FR" smtClean="0"/>
              <a:pPr>
                <a:defRPr/>
              </a:pPr>
              <a:t>8</a:t>
            </a:fld>
            <a:endParaRPr lang="fr-FR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BA1A0DC-0328-4AD9-9FD0-A7360C0FB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559" y="2723744"/>
            <a:ext cx="5510881" cy="3911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3355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49D34D-B8AF-40CF-BB9F-7B216EB90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Modes attendus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FBC5F4-4D03-4547-8338-6E7E11FB7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Questions</a:t>
            </a:r>
          </a:p>
          <a:p>
            <a:pPr lvl="1"/>
            <a:r>
              <a:rPr lang="fr-FR" dirty="0"/>
              <a:t>Vos propositions de types de questions, d'interfaces d'apprentissage…</a:t>
            </a:r>
          </a:p>
          <a:p>
            <a:pPr lvl="2"/>
            <a:r>
              <a:rPr lang="fr-FR" dirty="0"/>
              <a:t>Faire un zoom sur un département sélectionné</a:t>
            </a:r>
          </a:p>
          <a:p>
            <a:pPr lvl="2"/>
            <a:r>
              <a:rPr lang="fr-FR" dirty="0"/>
              <a:t>Ajouter des données (d'autres villes, des fleuves…)</a:t>
            </a:r>
          </a:p>
          <a:p>
            <a:pPr lvl="2"/>
            <a:endParaRPr lang="fr-FR" dirty="0"/>
          </a:p>
          <a:p>
            <a:pPr lvl="2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A48D710-D53A-42A4-82E9-4CC3C194F7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ECDCB5-FEA6-42E0-9A9C-25552BE07AFE}" type="slidenum">
              <a:rPr lang="fr-FR" smtClean="0"/>
              <a:pPr>
                <a:defRPr/>
              </a:pPr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7051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C8714F-0E9C-4485-929E-59DC9AE42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Ce qui est fourni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FDF78E-1EEB-4C93-8497-618DA9210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Carte de France (SVG)</a:t>
            </a:r>
          </a:p>
          <a:p>
            <a:pPr lvl="1"/>
            <a:r>
              <a:rPr lang="fr-FR" dirty="0"/>
              <a:t>Dans le sujet détaillé on vous donne quelques informations sur le format SVG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lvl="2"/>
            <a:r>
              <a:rPr lang="fr-FR" dirty="0"/>
              <a:t>Comment le charger,</a:t>
            </a:r>
          </a:p>
          <a:p>
            <a:pPr lvl="2"/>
            <a:r>
              <a:rPr lang="fr-FR" dirty="0"/>
              <a:t>Comment manipuler les nœuds,</a:t>
            </a:r>
          </a:p>
          <a:p>
            <a:pPr lvl="2"/>
            <a:r>
              <a:rPr lang="fr-FR" dirty="0"/>
              <a:t>Les classes </a:t>
            </a:r>
            <a:r>
              <a:rPr lang="fr-FR" dirty="0" err="1"/>
              <a:t>Processing</a:t>
            </a:r>
            <a:r>
              <a:rPr lang="fr-FR" dirty="0"/>
              <a:t> liées </a:t>
            </a:r>
            <a:r>
              <a:rPr lang="fr-FR" dirty="0" err="1"/>
              <a:t>PShape</a:t>
            </a:r>
            <a:r>
              <a:rPr lang="fr-FR" dirty="0"/>
              <a:t>, </a:t>
            </a:r>
            <a:r>
              <a:rPr lang="fr-FR" dirty="0" err="1"/>
              <a:t>PVector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71BCBC8-3D91-4141-8EFF-A0CFD3848E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ECDCB5-FEA6-42E0-9A9C-25552BE07AFE}" type="slidenum">
              <a:rPr lang="fr-FR" smtClean="0"/>
              <a:pPr>
                <a:defRPr/>
              </a:pPr>
              <a:t>10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8DCD8D0-A39B-477D-BBCE-156AF9E80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650" y="3112442"/>
            <a:ext cx="6548699" cy="182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99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C8714F-0E9C-4485-929E-59DC9AE42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Ce qui est fourni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FDF78E-1EEB-4C93-8497-618DA9210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Carte de France (SVG)</a:t>
            </a:r>
          </a:p>
          <a:p>
            <a:r>
              <a:rPr lang="fr-FR" dirty="0"/>
              <a:t>Des fichiers texte contenant des infos</a:t>
            </a:r>
          </a:p>
          <a:p>
            <a:pPr lvl="1"/>
            <a:r>
              <a:rPr lang="fr-FR" dirty="0"/>
              <a:t>les départements</a:t>
            </a:r>
          </a:p>
          <a:p>
            <a:pPr lvl="1"/>
            <a:r>
              <a:rPr lang="fr-FR" dirty="0"/>
              <a:t>les régions</a:t>
            </a:r>
          </a:p>
          <a:p>
            <a:pPr lvl="1"/>
            <a:r>
              <a:rPr lang="fr-FR" dirty="0"/>
              <a:t>les villes (préfectures)</a:t>
            </a:r>
          </a:p>
          <a:p>
            <a:pPr lvl="1"/>
            <a:r>
              <a:rPr lang="fr-FR" dirty="0"/>
              <a:t>les images (monuments…)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fichiers texte pour être lié au cours, mais une BD est envisageable (s'il y a des courageux)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71BCBC8-3D91-4141-8EFF-A0CFD3848E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ECDCB5-FEA6-42E0-9A9C-25552BE07AFE}" type="slidenum">
              <a:rPr lang="fr-FR" smtClean="0"/>
              <a:pPr>
                <a:defRPr/>
              </a:pPr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9169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0BC580-E3C0-4F8F-ABDE-E1958F087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Ce qui est attendu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256C95-00E4-490E-9FC2-7298316BD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1 seul projet</a:t>
            </a:r>
            <a:r>
              <a:rPr lang="fr-FR" dirty="0"/>
              <a:t> contenant tout le programme</a:t>
            </a:r>
          </a:p>
          <a:p>
            <a:pPr lvl="1"/>
            <a:endParaRPr lang="fr-FR" dirty="0"/>
          </a:p>
          <a:p>
            <a:r>
              <a:rPr lang="fr-FR" dirty="0"/>
              <a:t>L'évaluation portera sur plusieurs aspects</a:t>
            </a:r>
          </a:p>
          <a:p>
            <a:pPr lvl="1"/>
            <a:r>
              <a:rPr lang="fr-FR" dirty="0"/>
              <a:t>L'application : ergonomie, design, fonctionnalités</a:t>
            </a:r>
            <a:br>
              <a:rPr lang="fr-FR" dirty="0"/>
            </a:br>
            <a:r>
              <a:rPr lang="fr-FR" i="1" dirty="0"/>
              <a:t>(x fonctionnalités finalisées, c'est mieux que (x+1) fonctionnalités en cours)</a:t>
            </a:r>
          </a:p>
          <a:p>
            <a:pPr lvl="1"/>
            <a:r>
              <a:rPr lang="fr-FR" dirty="0"/>
              <a:t>La qualité du code : organisation du code, Git (?)</a:t>
            </a:r>
          </a:p>
          <a:p>
            <a:pPr lvl="1"/>
            <a:r>
              <a:rPr lang="fr-FR" dirty="0"/>
              <a:t>Gestion du groupe : travail en équipe, répartition tâches…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0FEF86-44E4-448C-B49D-C55D81F854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ECDCB5-FEA6-42E0-9A9C-25552BE07AFE}" type="slidenum">
              <a:rPr lang="fr-FR" smtClean="0"/>
              <a:pPr>
                <a:defRPr/>
              </a:pPr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7232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2812C6-4E78-45B2-B388-FF80358F9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Conseils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44BBE4-05AF-4309-8E29-B57F38FAA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Prenez bien le temps</a:t>
            </a:r>
          </a:p>
          <a:p>
            <a:pPr lvl="1"/>
            <a:r>
              <a:rPr lang="fr-FR" dirty="0"/>
              <a:t>de réfléchir et définir (ensemble) les structures de données qui seront nécessaires</a:t>
            </a:r>
          </a:p>
          <a:p>
            <a:pPr lvl="2"/>
            <a:r>
              <a:rPr lang="fr-FR" dirty="0"/>
              <a:t>les classes, constantes, variables globales…</a:t>
            </a:r>
          </a:p>
          <a:p>
            <a:pPr lvl="2"/>
            <a:r>
              <a:rPr lang="fr-FR" dirty="0"/>
              <a:t>fonctionnalités (entrées/sorties de ces fonctions)</a:t>
            </a:r>
          </a:p>
          <a:p>
            <a:r>
              <a:rPr lang="fr-FR" b="1" dirty="0"/>
              <a:t>Ne pas attendre </a:t>
            </a:r>
            <a:r>
              <a:rPr lang="fr-FR" dirty="0"/>
              <a:t>la fin de projet pour regrouper les codes</a:t>
            </a:r>
          </a:p>
          <a:p>
            <a:r>
              <a:rPr lang="fr-FR" dirty="0"/>
              <a:t>Motivation !!!</a:t>
            </a:r>
          </a:p>
          <a:p>
            <a:r>
              <a:rPr lang="fr-FR" b="1" dirty="0"/>
              <a:t>Attention</a:t>
            </a:r>
            <a:r>
              <a:rPr lang="fr-FR" dirty="0"/>
              <a:t>: travail en autonomie </a:t>
            </a:r>
            <a:r>
              <a:rPr lang="fr-FR" dirty="0">
                <a:sym typeface="Symbol" panose="05050102010706020507" pitchFamily="18" charset="2"/>
              </a:rPr>
              <a:t> c'est </a:t>
            </a:r>
            <a:r>
              <a:rPr lang="fr-FR">
                <a:sym typeface="Symbol" panose="05050102010706020507" pitchFamily="18" charset="2"/>
              </a:rPr>
              <a:t>la fête </a:t>
            </a:r>
            <a:r>
              <a:rPr lang="fr-FR" dirty="0">
                <a:sym typeface="Symbol" panose="05050102010706020507" pitchFamily="18" charset="2"/>
              </a:rPr>
              <a:t>!!!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5A708E-A008-4BCC-BA21-775BF6450B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ECDCB5-FEA6-42E0-9A9C-25552BE07AFE}" type="slidenum">
              <a:rPr lang="fr-FR" smtClean="0"/>
              <a:pPr>
                <a:defRPr/>
              </a:pPr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4720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39494A-2B7F-4899-87F0-8B57D2AA2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Evaluation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650314-D281-4D6E-AEAF-7A2B8B0F7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Documents à rendre</a:t>
            </a:r>
          </a:p>
          <a:p>
            <a:pPr lvl="1"/>
            <a:r>
              <a:rPr lang="fr-FR" dirty="0"/>
              <a:t>Mardi 13/01, 11h : fichier Excel avec liste des tâches et qui fait quoi (dépôt </a:t>
            </a:r>
            <a:r>
              <a:rPr lang="fr-FR" dirty="0" err="1"/>
              <a:t>Tomuss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Mardi 20/01, 10h</a:t>
            </a:r>
          </a:p>
          <a:p>
            <a:pPr lvl="2"/>
            <a:r>
              <a:rPr lang="fr-FR" dirty="0"/>
              <a:t>feuille papier avec l'avancement des tâches (chef de projet)</a:t>
            </a:r>
          </a:p>
          <a:p>
            <a:pPr lvl="2"/>
            <a:r>
              <a:rPr lang="fr-FR" dirty="0">
                <a:hlinkClick r:id="rId2" action="ppaction://hlinkfile"/>
              </a:rPr>
              <a:t>évaluation individuelle</a:t>
            </a:r>
            <a:r>
              <a:rPr lang="fr-FR" dirty="0"/>
              <a:t> des membres du groupe (tous les membres)</a:t>
            </a:r>
          </a:p>
          <a:p>
            <a:pPr lvl="1"/>
            <a:r>
              <a:rPr lang="fr-FR" b="1" dirty="0"/>
              <a:t>Mardi 20/01, présentation</a:t>
            </a:r>
          </a:p>
          <a:p>
            <a:pPr lvl="2"/>
            <a:r>
              <a:rPr lang="fr-FR" dirty="0"/>
              <a:t>1 document (recto/verso max) avec</a:t>
            </a:r>
          </a:p>
          <a:p>
            <a:pPr lvl="3"/>
            <a:r>
              <a:rPr lang="fr-FR" dirty="0"/>
              <a:t>liste des fonctionnalités totalement implémentées et fonctionnelles</a:t>
            </a:r>
          </a:p>
          <a:p>
            <a:pPr lvl="3"/>
            <a:r>
              <a:rPr lang="fr-FR" dirty="0" err="1"/>
              <a:t>screenshots</a:t>
            </a:r>
            <a:r>
              <a:rPr lang="fr-FR" dirty="0"/>
              <a:t> de l'appli (2-3 screens)</a:t>
            </a:r>
          </a:p>
          <a:p>
            <a:pPr lvl="2"/>
            <a:r>
              <a:rPr lang="fr-FR" dirty="0"/>
              <a:t>Déposer l'appli (attention si librairies spécifiques)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9E1F8EA-8B3F-4E43-A944-A60791664D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ECDCB5-FEA6-42E0-9A9C-25552BE07AFE}" type="slidenum">
              <a:rPr lang="fr-FR" smtClean="0"/>
              <a:pPr>
                <a:defRPr/>
              </a:pPr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9005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39494A-2B7F-4899-87F0-8B57D2AA2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Evaluation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650314-D281-4D6E-AEAF-7A2B8B0F7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Documents à rendre</a:t>
            </a:r>
          </a:p>
          <a:p>
            <a:pPr lvl="1"/>
            <a:r>
              <a:rPr lang="fr-FR" dirty="0"/>
              <a:t>Mardi 13/01, 11h : fichier Excel (dépôt </a:t>
            </a:r>
            <a:r>
              <a:rPr lang="fr-FR" dirty="0" err="1"/>
              <a:t>Tomuss</a:t>
            </a:r>
            <a:r>
              <a:rPr lang="fr-FR" dirty="0"/>
              <a:t>)</a:t>
            </a:r>
          </a:p>
          <a:p>
            <a:pPr lvl="1"/>
            <a:r>
              <a:rPr lang="fr-FR" b="1" dirty="0"/>
              <a:t>Mardi 20/01, 10h</a:t>
            </a:r>
            <a:endParaRPr lang="fr-FR" dirty="0"/>
          </a:p>
          <a:p>
            <a:pPr lvl="2"/>
            <a:r>
              <a:rPr lang="fr-FR" dirty="0"/>
              <a:t>feuille papier avec l'avancement des tâches (chef de projet)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9E1F8EA-8B3F-4E43-A944-A60791664D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ECDCB5-FEA6-42E0-9A9C-25552BE07AFE}" type="slidenum">
              <a:rPr lang="fr-FR" smtClean="0"/>
              <a:pPr>
                <a:defRPr/>
              </a:pPr>
              <a:t>15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148B381-AA4F-48C7-B432-99EE43C78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5" y="3429000"/>
            <a:ext cx="6762750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279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39494A-2B7F-4899-87F0-8B57D2AA2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Evaluation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650314-D281-4D6E-AEAF-7A2B8B0F7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Documents à rendre</a:t>
            </a:r>
          </a:p>
          <a:p>
            <a:pPr lvl="1"/>
            <a:r>
              <a:rPr lang="fr-FR" b="1" dirty="0"/>
              <a:t>Mardi 13/01, 11h</a:t>
            </a:r>
            <a:r>
              <a:rPr lang="fr-FR" dirty="0"/>
              <a:t> : fichier Excel avec liste des tâches et qui fait quoi (dépôt </a:t>
            </a:r>
            <a:r>
              <a:rPr lang="fr-FR" dirty="0" err="1"/>
              <a:t>Tomuss</a:t>
            </a:r>
            <a:r>
              <a:rPr lang="fr-FR" dirty="0"/>
              <a:t>)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9E1F8EA-8B3F-4E43-A944-A60791664D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ECDCB5-FEA6-42E0-9A9C-25552BE07AFE}" type="slidenum">
              <a:rPr lang="fr-FR" smtClean="0"/>
              <a:pPr>
                <a:defRPr/>
              </a:pPr>
              <a:t>16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D2D041A-9B90-485B-98F6-9D2D0292C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656" y="3498715"/>
            <a:ext cx="481012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928617"/>
      </p:ext>
    </p:extLst>
  </p:cSld>
  <p:clrMapOvr>
    <a:masterClrMapping/>
  </p:clrMapOvr>
</p:sld>
</file>

<file path=ppt/theme/theme1.xml><?xml version="1.0" encoding="utf-8"?>
<a:theme xmlns:a="http://schemas.openxmlformats.org/drawingml/2006/main" name="Fusion">
  <a:themeElements>
    <a:clrScheme name="Fusion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Fusio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Fusion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usion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sion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sion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usion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sion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sion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Designs\Fusion.pot</Template>
  <TotalTime>8296</TotalTime>
  <Words>608</Words>
  <Application>Microsoft Office PowerPoint</Application>
  <PresentationFormat>Affichage à l'écran (4:3)</PresentationFormat>
  <Paragraphs>129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Arial</vt:lpstr>
      <vt:lpstr>Comic Sans MS</vt:lpstr>
      <vt:lpstr>Symbol</vt:lpstr>
      <vt:lpstr>Tahoma</vt:lpstr>
      <vt:lpstr>Wingdings</vt:lpstr>
      <vt:lpstr>Fusion</vt:lpstr>
      <vt:lpstr>SAE S101-S102</vt:lpstr>
      <vt:lpstr>Objectif</vt:lpstr>
      <vt:lpstr>Quelle carte ?</vt:lpstr>
      <vt:lpstr>Modes attendus</vt:lpstr>
      <vt:lpstr>Modes attendus</vt:lpstr>
      <vt:lpstr>Modes attendus</vt:lpstr>
      <vt:lpstr>Modes attendus</vt:lpstr>
      <vt:lpstr>Modes attendus</vt:lpstr>
      <vt:lpstr>Modes attendus</vt:lpstr>
      <vt:lpstr>Ce qui est fourni</vt:lpstr>
      <vt:lpstr>Ce qui est fourni</vt:lpstr>
      <vt:lpstr>Ce qui est attendu</vt:lpstr>
      <vt:lpstr>Conseils</vt:lpstr>
      <vt:lpstr>Evaluation</vt:lpstr>
      <vt:lpstr>Evaluation</vt:lpstr>
      <vt:lpstr>Evaluation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effantin</dc:creator>
  <cp:lastModifiedBy>Thomas Bonnefoy</cp:lastModifiedBy>
  <cp:revision>1292</cp:revision>
  <cp:lastPrinted>1601-01-01T00:00:00Z</cp:lastPrinted>
  <dcterms:created xsi:type="dcterms:W3CDTF">2006-06-20T07:53:09Z</dcterms:created>
  <dcterms:modified xsi:type="dcterms:W3CDTF">2026-01-21T21:37:18Z</dcterms:modified>
</cp:coreProperties>
</file>